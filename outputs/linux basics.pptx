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linux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linux basics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Content related to linux basics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